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91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71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99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2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02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40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08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97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8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03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1E741-025B-40E7-AE39-DEBE6BE01BD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AA63C-8A2F-4BC7-91EB-65BF2D89C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22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281"/>
            <a:ext cx="8069179" cy="543253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5432" y="5967663"/>
            <a:ext cx="665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应变能密度函数为：</a:t>
            </a:r>
            <a:r>
              <a:rPr lang="en-US" altLang="zh-CN" dirty="0" smtClean="0"/>
              <a:t>1/2 </a:t>
            </a:r>
            <a:r>
              <a:rPr lang="zh-CN" altLang="en-US" dirty="0" smtClean="0"/>
              <a:t>*应力*应变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40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10" y="475748"/>
            <a:ext cx="7297654" cy="54045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322" y="702245"/>
            <a:ext cx="4258678" cy="306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9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97" y="390775"/>
            <a:ext cx="7370194" cy="54966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191" y="687304"/>
            <a:ext cx="4191461" cy="31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5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78" y="1153026"/>
            <a:ext cx="6019444" cy="46702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422" y="1398984"/>
            <a:ext cx="5622413" cy="41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9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79" y="882817"/>
            <a:ext cx="6383213" cy="450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8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42" y="318721"/>
            <a:ext cx="4448175" cy="3371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903" y="439981"/>
            <a:ext cx="46863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61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1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5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29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05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92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31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20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32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871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58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40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9</Words>
  <Application>Microsoft Office PowerPoint</Application>
  <PresentationFormat>宽屏</PresentationFormat>
  <Paragraphs>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梅俊杰</dc:creator>
  <cp:lastModifiedBy>梅俊杰</cp:lastModifiedBy>
  <cp:revision>11</cp:revision>
  <dcterms:created xsi:type="dcterms:W3CDTF">2025-05-08T05:42:36Z</dcterms:created>
  <dcterms:modified xsi:type="dcterms:W3CDTF">2025-06-20T06:25:39Z</dcterms:modified>
</cp:coreProperties>
</file>