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1632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8200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2850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35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3764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750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2287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6542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7935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9394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3464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871416-D108-4DAB-9519-191CAEDF0BB6}" type="datetimeFigureOut">
              <a:rPr lang="zh-CN" altLang="en-US" smtClean="0"/>
              <a:t>2025/12/12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A50EF4-21E0-4D6D-8F0C-434C31C6038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450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237391" y="1222131"/>
            <a:ext cx="9864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推导单元刚度矩阵的方法：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直接平衡法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功和能量法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虚功原理（利用虚拟位移）、最小势能原理、</a:t>
            </a:r>
            <a:r>
              <a:rPr lang="en-US" altLang="zh-CN" dirty="0" err="1" smtClean="0"/>
              <a:t>castigliano</a:t>
            </a:r>
            <a:r>
              <a:rPr lang="zh-CN" altLang="en-US" dirty="0" smtClean="0"/>
              <a:t>理论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加权残余法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伽辽金法（当势能泛函不容易得到时，使用该方法比较有用）</a:t>
            </a:r>
            <a:endParaRPr lang="zh-CN" altLang="en-US" dirty="0"/>
          </a:p>
        </p:txBody>
      </p:sp>
      <p:sp>
        <p:nvSpPr>
          <p:cNvPr id="5" name="文本框 4"/>
          <p:cNvSpPr txBox="1"/>
          <p:nvPr/>
        </p:nvSpPr>
        <p:spPr>
          <a:xfrm>
            <a:off x="439615" y="246185"/>
            <a:ext cx="70953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 smtClean="0">
                <a:solidFill>
                  <a:srgbClr val="FF0000"/>
                </a:solidFill>
              </a:rPr>
              <a:t>第一章的内容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369277" y="2734408"/>
            <a:ext cx="899453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有限元分析的步骤：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离散结构和选择单元类型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选择每个单元内的位移函数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定义应变位移和应力应变关系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推导单元刚度矩阵方程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组装单元刚度矩阵得出总体刚度矩阵并引进边界条件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解未知自由度（或广义位移）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求解单元应力或者应变</a:t>
            </a:r>
            <a:endParaRPr lang="en-US" altLang="zh-CN" dirty="0" smtClean="0"/>
          </a:p>
          <a:p>
            <a:pPr marL="342900" indent="-342900">
              <a:buAutoNum type="arabicPeriod"/>
            </a:pPr>
            <a:r>
              <a:rPr lang="zh-CN" altLang="en-US" dirty="0" smtClean="0"/>
              <a:t>解释结果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37391" y="5631679"/>
            <a:ext cx="5325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单刚组总刚的方法：（</a:t>
            </a:r>
            <a:r>
              <a:rPr lang="zh-CN" altLang="en-US" dirty="0" smtClean="0">
                <a:solidFill>
                  <a:srgbClr val="FF0000"/>
                </a:solidFill>
              </a:rPr>
              <a:t>节点力平衡方程、力与变形的关系、协调方程</a:t>
            </a:r>
            <a:r>
              <a:rPr lang="zh-CN" altLang="en-US" dirty="0" smtClean="0"/>
              <a:t>）</a:t>
            </a:r>
            <a:r>
              <a:rPr lang="zh-CN" altLang="en-US" dirty="0" smtClean="0">
                <a:solidFill>
                  <a:srgbClr val="FF0000"/>
                </a:solidFill>
              </a:rPr>
              <a:t>和直接刚度</a:t>
            </a:r>
            <a:r>
              <a:rPr lang="zh-CN" altLang="en-US" dirty="0">
                <a:solidFill>
                  <a:srgbClr val="FF0000"/>
                </a:solidFill>
              </a:rPr>
              <a:t>法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349" y="4633965"/>
            <a:ext cx="6798651" cy="1995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349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22" y="3417277"/>
            <a:ext cx="5303780" cy="2939561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80" y="118759"/>
            <a:ext cx="5499955" cy="1088351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11" y="1653298"/>
            <a:ext cx="5228492" cy="94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79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5818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7685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7306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2236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6129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3713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5378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9844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123</Words>
  <Application>Microsoft Office PowerPoint</Application>
  <PresentationFormat>宽屏</PresentationFormat>
  <Paragraphs>15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梅俊杰</dc:creator>
  <cp:lastModifiedBy>梅俊杰</cp:lastModifiedBy>
  <cp:revision>16</cp:revision>
  <dcterms:created xsi:type="dcterms:W3CDTF">2025-06-27T06:15:54Z</dcterms:created>
  <dcterms:modified xsi:type="dcterms:W3CDTF">2025-12-12T06:51:08Z</dcterms:modified>
</cp:coreProperties>
</file>