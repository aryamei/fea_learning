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63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200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85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35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764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50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287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54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93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39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46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71416-D108-4DAB-9519-191CAEDF0BB6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50EF4-21E0-4D6D-8F0C-434C31C60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50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7391" y="1222131"/>
            <a:ext cx="9864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推导单元刚度矩阵的方法：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直接平衡法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功和能量法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虚功原理（利用虚拟位移）、最小势能原理、</a:t>
            </a:r>
            <a:r>
              <a:rPr lang="en-US" altLang="zh-CN" dirty="0" err="1" smtClean="0"/>
              <a:t>castigliano</a:t>
            </a:r>
            <a:r>
              <a:rPr lang="zh-CN" altLang="en-US" dirty="0" smtClean="0"/>
              <a:t>理论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加权残余法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伽辽金法（当势能泛函不容易得到时，使用该方法比较有用）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39615" y="246185"/>
            <a:ext cx="7095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第一章的内容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9277" y="2734408"/>
            <a:ext cx="89945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有限元分析的步骤：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离散结构和选择单元类型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选择每个单元内的位移函数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定义应变位移和应力应变关系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推导单元刚度矩阵方程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组装单元刚度矩阵得出总体刚度矩阵并引进边界条件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解未知自由度（或广义位移）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求解单元应力或者应变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解释结果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37391" y="5631679"/>
            <a:ext cx="5325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单刚组总刚的方法：（</a:t>
            </a:r>
            <a:r>
              <a:rPr lang="zh-CN" altLang="en-US" dirty="0" smtClean="0">
                <a:solidFill>
                  <a:srgbClr val="FF0000"/>
                </a:solidFill>
              </a:rPr>
              <a:t>节点力平衡方程、力与变形的关系、协调方程</a:t>
            </a:r>
            <a:r>
              <a:rPr lang="zh-CN" altLang="en-US" dirty="0" smtClean="0"/>
              <a:t>）</a:t>
            </a:r>
            <a:r>
              <a:rPr lang="zh-CN" altLang="en-US" dirty="0" smtClean="0">
                <a:solidFill>
                  <a:srgbClr val="FF0000"/>
                </a:solidFill>
              </a:rPr>
              <a:t>和直接刚度</a:t>
            </a:r>
            <a:r>
              <a:rPr lang="zh-CN" altLang="en-US" dirty="0">
                <a:solidFill>
                  <a:srgbClr val="FF0000"/>
                </a:solidFill>
              </a:rPr>
              <a:t>法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349" y="4633965"/>
            <a:ext cx="6798651" cy="19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4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2" y="3417277"/>
            <a:ext cx="5303780" cy="293956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80" y="118759"/>
            <a:ext cx="5499955" cy="108835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11" y="1653298"/>
            <a:ext cx="5228492" cy="94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7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80" y="222278"/>
            <a:ext cx="6056797" cy="32243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49" y="3850799"/>
            <a:ext cx="58483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1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685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30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6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129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713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378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844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5724</TotalTime>
  <Words>123</Words>
  <Application>Microsoft Office PowerPoint</Application>
  <PresentationFormat>宽屏</PresentationFormat>
  <Paragraphs>15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梅俊杰</dc:creator>
  <cp:lastModifiedBy>梅俊杰</cp:lastModifiedBy>
  <cp:revision>17</cp:revision>
  <dcterms:created xsi:type="dcterms:W3CDTF">2025-06-27T06:15:54Z</dcterms:created>
  <dcterms:modified xsi:type="dcterms:W3CDTF">2025-12-19T01:09:32Z</dcterms:modified>
</cp:coreProperties>
</file>