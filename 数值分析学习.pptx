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16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84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58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38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65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92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37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51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59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65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5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35E1C-89E6-40F7-9147-8A75A825D1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57878-4B55-4A2B-92FE-572915FB8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98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8" y="374772"/>
            <a:ext cx="7648575" cy="2943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14" y="3393324"/>
            <a:ext cx="5750170" cy="32103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484" y="4325820"/>
            <a:ext cx="5786068" cy="214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0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27" y="350959"/>
            <a:ext cx="7886700" cy="1847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73" y="2418617"/>
            <a:ext cx="7211158" cy="277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8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78" y="193797"/>
            <a:ext cx="77628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7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2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91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99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30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15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03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13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34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929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294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717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995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215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967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828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728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593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0</Words>
  <Application>Microsoft Office PowerPoint</Application>
  <PresentationFormat>宽屏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梅俊杰</dc:creator>
  <cp:lastModifiedBy>梅俊杰</cp:lastModifiedBy>
  <cp:revision>6</cp:revision>
  <dcterms:created xsi:type="dcterms:W3CDTF">2025-05-15T02:02:12Z</dcterms:created>
  <dcterms:modified xsi:type="dcterms:W3CDTF">2025-05-16T09:12:23Z</dcterms:modified>
</cp:coreProperties>
</file>